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70" r:id="rId14"/>
    <p:sldId id="271" r:id="rId15"/>
    <p:sldId id="272" r:id="rId16"/>
    <p:sldId id="275" r:id="rId17"/>
    <p:sldId id="277" r:id="rId18"/>
    <p:sldId id="276" r:id="rId19"/>
    <p:sldId id="282" r:id="rId20"/>
    <p:sldId id="278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3D9037-8D59-40E8-AFC6-A99077795A30}" v="11" dt="2026-01-09T19:10:53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0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8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8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2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2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1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0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1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9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1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9CAEF-81CE-4753-97C0-D4C5A421472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E3F9B-3837-4D12-B376-3E3D9A89C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5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0BCA-DE32-FBD7-E476-96A4F44C7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Mastering 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C5A6A-C3A6-D6B0-8EC3-C06ABEDDF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breakdown of steps taken</a:t>
            </a:r>
          </a:p>
          <a:p>
            <a:r>
              <a:rPr lang="en-US" dirty="0"/>
              <a:t>By Prakriti Ashwin</a:t>
            </a:r>
          </a:p>
          <a:p>
            <a:r>
              <a:rPr lang="en-US" dirty="0"/>
              <a:t>Updated Jan 7, 2026</a:t>
            </a:r>
          </a:p>
        </p:txBody>
      </p:sp>
    </p:spTree>
    <p:extLst>
      <p:ext uri="{BB962C8B-B14F-4D97-AF65-F5344CB8AC3E}">
        <p14:creationId xmlns:p14="http://schemas.microsoft.com/office/powerpoint/2010/main" val="226466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F0A4E-3629-5B9C-2FA6-A486CCF6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33708-20DE-0D9E-02EA-40B7C1323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Setup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94E2F7-71E3-E336-8758-A735776197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Install GIT for Windows</a:t>
            </a:r>
          </a:p>
          <a:p>
            <a:pPr marL="514350" indent="-514350">
              <a:buAutoNum type="arabicPeriod"/>
            </a:pPr>
            <a:r>
              <a:rPr lang="en-US" dirty="0"/>
              <a:t>Setting up GIT 2.51.2</a:t>
            </a:r>
          </a:p>
          <a:p>
            <a:pPr marL="514350" indent="-514350">
              <a:buAutoNum type="arabicPeriod"/>
            </a:pPr>
            <a:r>
              <a:rPr lang="en-US" dirty="0"/>
              <a:t>GIT Username</a:t>
            </a:r>
          </a:p>
          <a:p>
            <a:pPr marL="514350" indent="-514350">
              <a:buAutoNum type="arabicPeriod"/>
            </a:pPr>
            <a:r>
              <a:rPr lang="en-US" dirty="0"/>
              <a:t>Commit email address</a:t>
            </a:r>
          </a:p>
          <a:p>
            <a:pPr marL="514350" indent="-514350">
              <a:buAutoNum type="arabicPeriod"/>
            </a:pPr>
            <a:r>
              <a:rPr lang="en-US" dirty="0"/>
              <a:t>Generate SSH address</a:t>
            </a:r>
          </a:p>
          <a:p>
            <a:pPr marL="514350" indent="-514350">
              <a:buAutoNum type="arabicPeriod"/>
            </a:pPr>
            <a:r>
              <a:rPr lang="en-US" dirty="0"/>
              <a:t>Add SSH key to ssh-agent</a:t>
            </a:r>
          </a:p>
          <a:p>
            <a:pPr marL="514350" indent="-514350">
              <a:buAutoNum type="arabicPeriod"/>
            </a:pPr>
            <a:r>
              <a:rPr lang="en-US" dirty="0"/>
              <a:t>Add SSH key to GitHub account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402B6B-F16D-FE0F-93DD-1FA32A0D2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7575" y="1681163"/>
            <a:ext cx="6393427" cy="823912"/>
          </a:xfrm>
        </p:spPr>
        <p:txBody>
          <a:bodyPr/>
          <a:lstStyle/>
          <a:p>
            <a:r>
              <a:rPr lang="en-US" dirty="0"/>
              <a:t>Part 2: GIT repository and Push/Pull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249A17B-E5AB-0092-2F39-0E39720712E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Creating a local repository</a:t>
            </a:r>
          </a:p>
          <a:p>
            <a:pPr marL="514350" indent="-514350">
              <a:buAutoNum type="arabicPeriod"/>
            </a:pPr>
            <a:r>
              <a:rPr lang="en-US" dirty="0"/>
              <a:t>Saving it as a remote repository</a:t>
            </a:r>
          </a:p>
          <a:p>
            <a:pPr marL="514350" indent="-514350">
              <a:buAutoNum type="arabicPeriod"/>
            </a:pPr>
            <a:r>
              <a:rPr lang="en-US" dirty="0"/>
              <a:t>Git Push</a:t>
            </a:r>
          </a:p>
          <a:p>
            <a:pPr marL="514350" indent="-514350">
              <a:buAutoNum type="arabicPeriod"/>
            </a:pPr>
            <a:r>
              <a:rPr lang="en-US" dirty="0"/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313257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15D3-9386-DC2B-07B6-4B57098C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1</a:t>
            </a:r>
            <a:br>
              <a:rPr lang="en-US" dirty="0"/>
            </a:br>
            <a:r>
              <a:rPr lang="en-US" dirty="0"/>
              <a:t>Step 1: Install Git for Windows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377C0-3F7E-0E96-6302-FA7FFD92F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1493" y="1825625"/>
            <a:ext cx="4609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7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D093-7531-631E-FAB7-AAD81F67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Setting up Git 2.51.2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D85A-AF2A-F1D4-685D-268F99B43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Destination Location</a:t>
            </a:r>
          </a:p>
          <a:p>
            <a:r>
              <a:rPr lang="en-US" dirty="0"/>
              <a:t>Components to install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CCBEF-0A68-CF33-A8DC-EE192ADE5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52182"/>
            <a:ext cx="4419983" cy="3657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9791A-CED0-BAC8-31B5-C84618430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577" y="2952182"/>
            <a:ext cx="4427604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6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3DFB-90DD-A6AF-69B5-131A56D1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Setting up Git 2.51.2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3E8F-184E-8B35-3CB4-6D5C8C5EA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editor</a:t>
            </a:r>
          </a:p>
          <a:p>
            <a:r>
              <a:rPr lang="en-US" dirty="0"/>
              <a:t>Name of the initial branch in new repositories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B837E-2E22-DD70-A76D-2D6063D92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4958"/>
            <a:ext cx="4397121" cy="3657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E925E0-BB47-3879-425A-12C7C66E7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156" y="2850199"/>
            <a:ext cx="4427604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6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874BA-2C79-87BC-1FF0-4336B1F9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D7F7-C8BD-2AD8-820F-CE45ABE4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Setting up Git 2.51.2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6305-BD3B-8FC1-97CB-D57CD8D52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Adjusting PATH environment</a:t>
            </a:r>
          </a:p>
          <a:p>
            <a:r>
              <a:rPr lang="en-US" dirty="0"/>
              <a:t>SSH executable choice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B191D-06E7-68D6-56BE-2316D3F3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0199"/>
            <a:ext cx="4397121" cy="36426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08CA1A-F069-5C7C-F5F9-6A5C61CC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966" y="2868566"/>
            <a:ext cx="4419983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0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280A-4A4C-C335-B3B4-9C56EDEC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C03-4524-C339-A16C-B3746786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Setting up Git 2.51.2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9E03D-26F2-6C18-DEF7-8BC2DE3FA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 transport backend</a:t>
            </a:r>
          </a:p>
          <a:p>
            <a:r>
              <a:rPr lang="en-US" dirty="0"/>
              <a:t>Line-ending conversions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28093-7F87-6D43-56B1-AA812445C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3061"/>
            <a:ext cx="4404742" cy="3619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5CD9B-6156-DABF-E21C-04341745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514" y="2873061"/>
            <a:ext cx="4419983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80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3D95-91A5-B490-62C5-BE50B935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20C6-8C1D-94D2-E210-B2CC7069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Setting up Git 2.51.2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06D6-C198-2B0A-D04B-9600B457E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Terminal emulator to use with Git Bash</a:t>
            </a:r>
          </a:p>
          <a:p>
            <a:r>
              <a:rPr lang="en-US" dirty="0"/>
              <a:t>Git Pull default behavior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1FF1C2-B9D2-E7D3-D9CB-A0019DB2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6845"/>
            <a:ext cx="4419983" cy="3635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B2063-0273-CA44-0CA7-51E53B771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513" y="2653983"/>
            <a:ext cx="4404742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34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4F6F-2D24-EF7F-9E33-EC5DCE7B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7165-8369-74E1-F9E7-6638E6106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Setting up Git 2.51.2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D2E3F-35A8-24DA-07B9-0EBD6FF4F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530"/>
            <a:ext cx="10515600" cy="4351338"/>
          </a:xfrm>
        </p:spPr>
        <p:txBody>
          <a:bodyPr/>
          <a:lstStyle/>
          <a:p>
            <a:r>
              <a:rPr lang="en-US" dirty="0"/>
              <a:t>Credential helper choice</a:t>
            </a:r>
          </a:p>
          <a:p>
            <a:r>
              <a:rPr lang="en-US" dirty="0"/>
              <a:t>File system caching vs. symbolic links</a:t>
            </a:r>
          </a:p>
          <a:p>
            <a:r>
              <a:rPr lang="en-US" dirty="0"/>
              <a:t>Install -&gt; Confirmation screen -----------&gt;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B57DE-949C-BA11-204A-BF719ABAA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44" y="3206321"/>
            <a:ext cx="4397121" cy="3596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171384-8A67-69CB-B40D-90568EE7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009" y="3198701"/>
            <a:ext cx="4404742" cy="36045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6F845A-1C2D-A472-7865-E0CF16FB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337" y="479140"/>
            <a:ext cx="3309276" cy="27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8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BBA9-139E-FE4E-5B1A-A22151324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65A7-30B4-5A8D-5536-F9F983EC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Git username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0A0F5-D2A5-57DE-87A1-87AB84AA7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Create and verify a global username (i.e. across all repositories)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96F0A-5ABA-980D-C59D-B067950E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322" y="2347761"/>
            <a:ext cx="6934489" cy="307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4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D96F-98F1-5E01-7A46-D45D403D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B9EF-DC2D-1019-2109-2B0E81198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Commit email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7A8DC-99B7-9C47-77D2-6718267C6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Enter and verify a global email address (i.e. across all repositories) to link with </a:t>
            </a:r>
            <a:r>
              <a:rPr lang="en-US" dirty="0" err="1"/>
              <a:t>Github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BC09F-2F7B-B786-2F96-805419D65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08" y="2712504"/>
            <a:ext cx="7700983" cy="224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29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F109-7A6F-0022-A6F1-635F05E0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413E-7008-8B9F-4FC4-46B0593F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Generating a new SSH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DB12D-986F-D7A8-4E39-BD016B92F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166695" cy="4351338"/>
          </a:xfrm>
        </p:spPr>
        <p:txBody>
          <a:bodyPr/>
          <a:lstStyle/>
          <a:p>
            <a:r>
              <a:rPr lang="en-US" dirty="0"/>
              <a:t>First, we use the Ed25519 algorithm to create a new SSH key</a:t>
            </a:r>
          </a:p>
          <a:p>
            <a:r>
              <a:rPr lang="en-US" dirty="0"/>
              <a:t>When it prompts to enter a file in which to save the key, press Enter for the default location</a:t>
            </a:r>
          </a:p>
          <a:p>
            <a:r>
              <a:rPr lang="en-US" dirty="0"/>
              <a:t>It will ask for a passphrase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2174FF-C69A-F282-3A14-F5DA58DC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95" y="1489538"/>
            <a:ext cx="7059010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7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044DC-1C9D-D8FA-544E-63DEBE05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0C0C-5558-4C48-2641-698BE3CC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Add SSH key to the ssh-agent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C527-8380-8F0F-5C56-FEFE111D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Verify existing SSH keys on Git Bash</a:t>
            </a:r>
          </a:p>
          <a:p>
            <a:r>
              <a:rPr lang="en-US" dirty="0"/>
              <a:t>Run Windows </a:t>
            </a:r>
            <a:r>
              <a:rPr lang="en-US" dirty="0" err="1"/>
              <a:t>Powershell</a:t>
            </a:r>
            <a:r>
              <a:rPr lang="en-US" dirty="0"/>
              <a:t> as Administrator to start SSH agent and add private key. Verify with passphrase.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520D9-1A08-F6AD-4648-A50532A9E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1173"/>
            <a:ext cx="5075440" cy="1330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A570C7-20F5-FF15-B718-E1E65B5C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03576"/>
            <a:ext cx="6220326" cy="208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2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45C2-14DD-FD9D-9F18-403E5E1A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EADD-3995-C7B9-E8E7-169F141D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Add SSH key to GitHub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D792-79C7-56B7-A3C0-3B6396A25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Copy the public key to the clipboard on Git Bash</a:t>
            </a:r>
          </a:p>
          <a:p>
            <a:r>
              <a:rPr lang="en-US" sz="2600" dirty="0"/>
              <a:t>GitHub: Settings -&gt; Access -&gt; SSH and GPG Keys -&gt; Add New SSH Key</a:t>
            </a:r>
          </a:p>
          <a:p>
            <a:r>
              <a:rPr lang="en-US" sz="2600" dirty="0"/>
              <a:t>Paste content from clipboard and confirm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19AEE-A717-9561-7955-0B1F609B9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30" y="3711425"/>
            <a:ext cx="3794291" cy="1277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035EF2-6B75-4CB3-C12E-013CFEF4F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205" y="3187465"/>
            <a:ext cx="5707711" cy="36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20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22E9C-14DD-30F9-0252-3F17BD19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AE17-1309-85CE-05D7-0B5B6B76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Add SSH key to GitHub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6A12-190A-E676-FDD9-C13F21B0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Verify email address</a:t>
            </a:r>
          </a:p>
          <a:p>
            <a:r>
              <a:rPr lang="en-US" sz="2600" dirty="0"/>
              <a:t>Ensure Authentication key is set up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389183-2C4A-0C2D-8660-F5D7926A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00" y="2685092"/>
            <a:ext cx="3924848" cy="35247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1B7A98-1EDE-61F4-2925-E175C88DB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848" y="2804546"/>
            <a:ext cx="6478352" cy="340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58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6AE1-EC8A-7551-87C0-F194BD83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0D35-DBF0-393A-FD5A-CD056E87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2</a:t>
            </a:r>
            <a:br>
              <a:rPr lang="en-US" dirty="0"/>
            </a:br>
            <a:r>
              <a:rPr lang="en-US" dirty="0"/>
              <a:t>Step 1: Creating a local repository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9A8F3-8BFC-57AB-FEDD-39B74015B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Check that there is no invisible repository in the chosen folder</a:t>
            </a:r>
          </a:p>
          <a:p>
            <a:r>
              <a:rPr lang="en-US" sz="2200" dirty="0"/>
              <a:t>Create a new folder to save the new repository</a:t>
            </a:r>
          </a:p>
          <a:p>
            <a:r>
              <a:rPr lang="en-US" sz="2200" dirty="0"/>
              <a:t>Initialize an empty repository (not saved online yet)</a:t>
            </a:r>
          </a:p>
          <a:p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31E0E3-4C58-5B09-96AE-F8FFB4D67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5" y="3081625"/>
            <a:ext cx="6087325" cy="1200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53A8F9-08E1-9440-9D6E-C7FF48A88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75" y="4394783"/>
            <a:ext cx="7030431" cy="2286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4FAFE1-3178-1C2C-8CE0-BA400510D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788" y="3089537"/>
            <a:ext cx="5686437" cy="107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61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255A-7907-9AE1-E9F3-0CB2745A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E703-32C4-4B9F-1914-76B275EC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Saving it as a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A44F-58B5-D20F-F550-635FA1D0D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434ABA-7514-1C60-B815-C9C824FB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13" y="3927987"/>
            <a:ext cx="6584084" cy="211403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BA9A133-A440-1041-2202-25AEC2C4694C}"/>
              </a:ext>
            </a:extLst>
          </p:cNvPr>
          <p:cNvSpPr txBox="1">
            <a:spLocks/>
          </p:cNvSpPr>
          <p:nvPr/>
        </p:nvSpPr>
        <p:spPr>
          <a:xfrm>
            <a:off x="990600" y="18430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600"/>
          </a:p>
          <a:p>
            <a:pPr marL="0" indent="0">
              <a:buFont typeface="Arial" panose="020B0604020202020204" pitchFamily="34" charset="0"/>
              <a:buNone/>
            </a:pPr>
            <a:endParaRPr lang="en-US" sz="2600"/>
          </a:p>
          <a:p>
            <a:pPr marL="0" indent="0">
              <a:buFont typeface="Arial" panose="020B0604020202020204" pitchFamily="34" charset="0"/>
              <a:buNone/>
            </a:pPr>
            <a:endParaRPr lang="en-US" sz="26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87FF482-8F5B-36AA-DF3E-46492AB39E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949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If (master) is displayed by default next to the save location, change it to main so that it is compatible with the Git website</a:t>
            </a:r>
          </a:p>
          <a:p>
            <a:r>
              <a:rPr lang="en-US" sz="2200" dirty="0"/>
              <a:t>Check if GitHub CLI (Command Line Interface) Is installed</a:t>
            </a:r>
          </a:p>
          <a:p>
            <a:r>
              <a:rPr lang="en-US" sz="2200" dirty="0"/>
              <a:t>Here, “bash: </a:t>
            </a:r>
            <a:r>
              <a:rPr lang="en-US" sz="2200" dirty="0" err="1"/>
              <a:t>gh</a:t>
            </a:r>
            <a:r>
              <a:rPr lang="en-US" sz="2200" dirty="0"/>
              <a:t>: command not found” means CLI is not installed, hence a remote repository should be created directly on the website</a:t>
            </a:r>
          </a:p>
        </p:txBody>
      </p:sp>
    </p:spTree>
    <p:extLst>
      <p:ext uri="{BB962C8B-B14F-4D97-AF65-F5344CB8AC3E}">
        <p14:creationId xmlns:p14="http://schemas.microsoft.com/office/powerpoint/2010/main" val="1652865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69A8E-00FB-15C0-8289-42FE3B9F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DD53-EADE-7D44-504D-8B678B33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Saving it as a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04DA-920F-F13C-29B2-FE787CCC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2109C-9A65-D6C9-0E6D-4DB987C3C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04" y="1555751"/>
            <a:ext cx="5131063" cy="4841233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768B67B-AA81-0394-F174-21C2333E34B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On the website, create a new repository</a:t>
            </a:r>
          </a:p>
          <a:p>
            <a:r>
              <a:rPr lang="en-US" sz="2200" dirty="0"/>
              <a:t>Copy the link address, paste in Git Bash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1C7BFD-C0A5-0FE9-D5FD-88C6D7C3B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8" y="2742362"/>
            <a:ext cx="6109041" cy="1755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8B9613-67DE-507A-8CAF-C90271EEB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11" y="4686770"/>
            <a:ext cx="6077798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8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06CA-FF06-105C-A75D-BBDE9BF5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4E97-665B-147D-0B49-B1516F64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Git Push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9CB9-B400-5630-4603-098C87312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DF8B33D-2D13-E05E-7BC9-250110F210A7}"/>
              </a:ext>
            </a:extLst>
          </p:cNvPr>
          <p:cNvSpPr txBox="1">
            <a:spLocks/>
          </p:cNvSpPr>
          <p:nvPr/>
        </p:nvSpPr>
        <p:spPr>
          <a:xfrm>
            <a:off x="838200" y="15109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In the local repository (i.e. on your computer), create or save a file</a:t>
            </a:r>
          </a:p>
          <a:p>
            <a:r>
              <a:rPr lang="en-US" sz="2200" dirty="0"/>
              <a:t>In Git Bash, run git add . to register all files saved locally, then commit to “describe” changes, and finally push</a:t>
            </a:r>
          </a:p>
          <a:p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114B17-CC6A-99E2-EF50-603A29AD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5" y="2790131"/>
            <a:ext cx="5722375" cy="3251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33CD3D-E19E-7D38-8826-C82CBEF50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360" y="2521926"/>
            <a:ext cx="6020640" cy="1533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49EB27-390B-BD0A-4445-B2849573B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360" y="4171810"/>
            <a:ext cx="5439534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93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2D0D-4B77-D555-04AF-1DDA36D4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B2385-369E-AED7-9AC5-7B5D2379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Git 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4904-4230-67F1-B675-578B70B1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9C8DA2-7833-908F-8B19-03F659C4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66" y="2804601"/>
            <a:ext cx="8506072" cy="1851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CBBA9B-A90D-7CAA-79EA-8FC4B3C9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664" y="2701633"/>
            <a:ext cx="2750146" cy="2792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BBBC7B-8660-5442-DA2B-8CBA5008D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196" y="4578985"/>
            <a:ext cx="5309539" cy="2108929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B3A1C84-3804-2AD8-9AB1-19D10BD1F107}"/>
              </a:ext>
            </a:extLst>
          </p:cNvPr>
          <p:cNvSpPr txBox="1">
            <a:spLocks/>
          </p:cNvSpPr>
          <p:nvPr/>
        </p:nvSpPr>
        <p:spPr>
          <a:xfrm>
            <a:off x="838200" y="15109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Make some changes to a file on the website</a:t>
            </a:r>
          </a:p>
          <a:p>
            <a:r>
              <a:rPr lang="en-US" sz="2200" dirty="0"/>
              <a:t>Commit directly to the main branch to apply changes immediately to the main version</a:t>
            </a:r>
          </a:p>
          <a:p>
            <a:r>
              <a:rPr lang="en-US" sz="2200" dirty="0"/>
              <a:t>Run git pull</a:t>
            </a:r>
          </a:p>
        </p:txBody>
      </p:sp>
    </p:spTree>
    <p:extLst>
      <p:ext uri="{BB962C8B-B14F-4D97-AF65-F5344CB8AC3E}">
        <p14:creationId xmlns:p14="http://schemas.microsoft.com/office/powerpoint/2010/main" val="84643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C9BA-BC18-529D-F6E8-FE7EED1E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ECBA-A81C-38A1-C8C0-2EA8AF2A0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0807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2866</TotalTime>
  <Words>586</Words>
  <Application>Microsoft Office PowerPoint</Application>
  <PresentationFormat>Widescreen</PresentationFormat>
  <Paragraphs>85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2013 - 2022 Theme</vt:lpstr>
      <vt:lpstr>Mastering Git</vt:lpstr>
      <vt:lpstr>Table of Contents</vt:lpstr>
      <vt:lpstr>Part 1 Step 1: Install Git for Windows</vt:lpstr>
      <vt:lpstr>Step 2: Setting up Git 2.51.2</vt:lpstr>
      <vt:lpstr>Step 2: Setting up Git 2.51.2</vt:lpstr>
      <vt:lpstr>Step 2: Setting up Git 2.51.2</vt:lpstr>
      <vt:lpstr>Step 2: Setting up Git 2.51.2</vt:lpstr>
      <vt:lpstr>Step 2: Setting up Git 2.51.2</vt:lpstr>
      <vt:lpstr>Step 2: Setting up Git 2.51.2</vt:lpstr>
      <vt:lpstr>Step 3: Git username</vt:lpstr>
      <vt:lpstr>Step 4: Commit email address</vt:lpstr>
      <vt:lpstr>Step 5: Generating a new SSH key</vt:lpstr>
      <vt:lpstr>Step 6: Add SSH key to the ssh-agent</vt:lpstr>
      <vt:lpstr>Step 7: Add SSH key to GitHub account</vt:lpstr>
      <vt:lpstr>Step 7: Add SSH key to GitHub account</vt:lpstr>
      <vt:lpstr>Part 2 Step 1: Creating a local repository</vt:lpstr>
      <vt:lpstr>Step 2: Saving it as a remote repository</vt:lpstr>
      <vt:lpstr>Step 2: Saving it as a remote repository</vt:lpstr>
      <vt:lpstr>Step 3: Git Push</vt:lpstr>
      <vt:lpstr>Step 4: Git Pull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Ashwin, Prakriti</dc:creator>
  <cp:lastModifiedBy>Ashwin, Prakriti</cp:lastModifiedBy>
  <cp:revision>2</cp:revision>
  <dcterms:created xsi:type="dcterms:W3CDTF">2025-11-15T23:07:10Z</dcterms:created>
  <dcterms:modified xsi:type="dcterms:W3CDTF">2026-01-09T19:15:15Z</dcterms:modified>
</cp:coreProperties>
</file>